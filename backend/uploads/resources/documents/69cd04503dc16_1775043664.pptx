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34605" autoAdjust="0"/>
    <p:restoredTop sz="86439" autoAdjust="0"/>
  </p:normalViewPr>
  <p:slideViewPr>
    <p:cSldViewPr>
      <p:cViewPr varScale="1">
        <p:scale>
          <a:sx n="81" d="100"/>
          <a:sy n="81" d="100"/>
        </p:scale>
        <p:origin x="-1436" y="-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32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B443F-BFC4-44E4-94DB-686CD18440A5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7D1D-7CF5-46CF-8E57-35899FBF44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217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B443F-BFC4-44E4-94DB-686CD18440A5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7D1D-7CF5-46CF-8E57-35899FBF44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54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B443F-BFC4-44E4-94DB-686CD18440A5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7D1D-7CF5-46CF-8E57-35899FBF44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586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B443F-BFC4-44E4-94DB-686CD18440A5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7D1D-7CF5-46CF-8E57-35899FBF44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5076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B443F-BFC4-44E4-94DB-686CD18440A5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7D1D-7CF5-46CF-8E57-35899FBF44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730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B443F-BFC4-44E4-94DB-686CD18440A5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7D1D-7CF5-46CF-8E57-35899FBF44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425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B443F-BFC4-44E4-94DB-686CD18440A5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7D1D-7CF5-46CF-8E57-35899FBF44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46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B443F-BFC4-44E4-94DB-686CD18440A5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7D1D-7CF5-46CF-8E57-35899FBF44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235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B443F-BFC4-44E4-94DB-686CD18440A5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7D1D-7CF5-46CF-8E57-35899FBF44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155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B443F-BFC4-44E4-94DB-686CD18440A5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7D1D-7CF5-46CF-8E57-35899FBF44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640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B443F-BFC4-44E4-94DB-686CD18440A5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7D1D-7CF5-46CF-8E57-35899FBF44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413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B443F-BFC4-44E4-94DB-686CD18440A5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27D1D-7CF5-46CF-8E57-35899FBF44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01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2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configuration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smtClean="0"/>
              <a:t>Host name </a:t>
            </a:r>
          </a:p>
          <a:p>
            <a:r>
              <a:rPr lang="en-GB" dirty="0" smtClean="0"/>
              <a:t>Security console</a:t>
            </a:r>
          </a:p>
          <a:p>
            <a:r>
              <a:rPr lang="en-GB" dirty="0" err="1" smtClean="0"/>
              <a:t>Vty</a:t>
            </a:r>
            <a:r>
              <a:rPr lang="en-GB" dirty="0" smtClean="0"/>
              <a:t> configuration</a:t>
            </a:r>
          </a:p>
          <a:p>
            <a:r>
              <a:rPr lang="en-GB" dirty="0" smtClean="0"/>
              <a:t>Banner</a:t>
            </a:r>
          </a:p>
          <a:p>
            <a:r>
              <a:rPr lang="en-GB" dirty="0" smtClean="0"/>
              <a:t>Time setting</a:t>
            </a:r>
          </a:p>
          <a:p>
            <a:r>
              <a:rPr lang="en-GB" dirty="0" err="1" smtClean="0"/>
              <a:t>Telenet</a:t>
            </a:r>
            <a:r>
              <a:rPr lang="en-GB" dirty="0" smtClean="0"/>
              <a:t>/</a:t>
            </a:r>
            <a:r>
              <a:rPr lang="en-GB" dirty="0" err="1" smtClean="0"/>
              <a:t>ssh</a:t>
            </a:r>
            <a:endParaRPr lang="en-GB" dirty="0" smtClean="0"/>
          </a:p>
          <a:p>
            <a:r>
              <a:rPr lang="en-GB" dirty="0" smtClean="0"/>
              <a:t>Port security</a:t>
            </a:r>
          </a:p>
          <a:p>
            <a:r>
              <a:rPr lang="en-GB" dirty="0" err="1" smtClean="0"/>
              <a:t>Vlan</a:t>
            </a:r>
            <a:endParaRPr lang="en-GB" dirty="0" smtClean="0"/>
          </a:p>
          <a:p>
            <a:r>
              <a:rPr lang="en-GB" dirty="0" err="1" smtClean="0"/>
              <a:t>Vty</a:t>
            </a:r>
            <a:endParaRPr lang="en-GB" dirty="0" smtClean="0"/>
          </a:p>
          <a:p>
            <a:r>
              <a:rPr lang="en-GB" dirty="0" err="1" smtClean="0"/>
              <a:t>dtp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929316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smtClean="0"/>
              <a:t>Host name </a:t>
            </a:r>
          </a:p>
          <a:p>
            <a:r>
              <a:rPr lang="en-GB" sz="2000" dirty="0" err="1" smtClean="0">
                <a:effectLst/>
              </a:rPr>
              <a:t>Switch#clock</a:t>
            </a:r>
            <a:r>
              <a:rPr lang="en-GB" sz="2000" dirty="0" smtClean="0">
                <a:effectLst/>
              </a:rPr>
              <a:t> set 10:30:20 7 Jan 2026</a:t>
            </a:r>
          </a:p>
          <a:p>
            <a:r>
              <a:rPr lang="en-GB" sz="2000" dirty="0" err="1" smtClean="0">
                <a:effectLst/>
              </a:rPr>
              <a:t>Switch#show</a:t>
            </a:r>
            <a:r>
              <a:rPr lang="en-GB" sz="2000" dirty="0" smtClean="0">
                <a:effectLst/>
              </a:rPr>
              <a:t> clock</a:t>
            </a:r>
          </a:p>
          <a:p>
            <a:r>
              <a:rPr lang="en-GB" sz="2000" dirty="0" smtClean="0">
                <a:effectLst/>
              </a:rPr>
              <a:t>10:30:28.857 UTC Wed Jan 7 2026</a:t>
            </a:r>
          </a:p>
          <a:p>
            <a:r>
              <a:rPr lang="en-GB" sz="2000" dirty="0" err="1" smtClean="0">
                <a:effectLst/>
              </a:rPr>
              <a:t>Switch#show</a:t>
            </a:r>
            <a:r>
              <a:rPr lang="en-GB" sz="2000" dirty="0" smtClean="0">
                <a:effectLst/>
              </a:rPr>
              <a:t> clock detail</a:t>
            </a:r>
          </a:p>
          <a:p>
            <a:r>
              <a:rPr lang="en-GB" sz="2000" dirty="0" smtClean="0">
                <a:effectLst/>
              </a:rPr>
              <a:t>10:31:48.79 UTC Wed Jan 7 2026</a:t>
            </a:r>
          </a:p>
          <a:p>
            <a:r>
              <a:rPr lang="en-GB" sz="2000" dirty="0" smtClean="0">
                <a:effectLst/>
              </a:rPr>
              <a:t>Time source is user configuration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dirty="0" smtClean="0">
                <a:effectLst/>
              </a:rPr>
              <a:t>Switch#?</a:t>
            </a:r>
          </a:p>
          <a:p>
            <a:r>
              <a:rPr lang="en-GB" sz="2000" dirty="0" smtClean="0">
                <a:effectLst/>
              </a:rPr>
              <a:t>Exec commands:</a:t>
            </a:r>
          </a:p>
          <a:p>
            <a:r>
              <a:rPr lang="en-GB" sz="2000" dirty="0" smtClean="0">
                <a:effectLst/>
              </a:rPr>
              <a:t>clear Reset functions</a:t>
            </a:r>
          </a:p>
          <a:p>
            <a:r>
              <a:rPr lang="en-GB" sz="2000" dirty="0" smtClean="0">
                <a:effectLst/>
              </a:rPr>
              <a:t>clock Manage the system clock</a:t>
            </a:r>
          </a:p>
          <a:p>
            <a:r>
              <a:rPr lang="en-GB" sz="2000" dirty="0" smtClean="0">
                <a:effectLst/>
              </a:rPr>
              <a:t>configure Enter configuration mode</a:t>
            </a:r>
          </a:p>
          <a:p>
            <a:r>
              <a:rPr lang="en-GB" sz="2000" dirty="0" smtClean="0">
                <a:effectLst/>
              </a:rPr>
              <a:t>connect Open a terminal connection</a:t>
            </a:r>
          </a:p>
          <a:p>
            <a:r>
              <a:rPr lang="en-GB" sz="2000" dirty="0" smtClean="0"/>
              <a:t>.</a:t>
            </a:r>
          </a:p>
          <a:p>
            <a:r>
              <a:rPr lang="en-GB" sz="2000" dirty="0">
                <a:effectLst/>
              </a:rPr>
              <a:t>.</a:t>
            </a:r>
            <a:endParaRPr lang="en-GB" sz="2000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78718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Security of console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Using password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Using local user name and pass</a:t>
            </a:r>
          </a:p>
          <a:p>
            <a:pPr marL="0" indent="0">
              <a:buNone/>
            </a:pPr>
            <a:r>
              <a:rPr lang="en-GB" dirty="0" smtClean="0"/>
              <a:t>To save configuration from anywhere we use enforce using “do” example “do write memory” </a:t>
            </a:r>
          </a:p>
          <a:p>
            <a:pPr marL="0" indent="0">
              <a:buNone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974158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Lab topics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7482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101</Words>
  <Application>Microsoft Office PowerPoint</Application>
  <PresentationFormat>On-screen Show (4:3)</PresentationFormat>
  <Paragraphs>33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configuration</vt:lpstr>
      <vt:lpstr>PowerPoint Presentation</vt:lpstr>
      <vt:lpstr>Security of console</vt:lpstr>
      <vt:lpstr>Lab topics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Tesfalem</dc:creator>
  <cp:lastModifiedBy>Tesfalem</cp:lastModifiedBy>
  <cp:revision>6</cp:revision>
  <dcterms:created xsi:type="dcterms:W3CDTF">2026-02-21T07:28:37Z</dcterms:created>
  <dcterms:modified xsi:type="dcterms:W3CDTF">2026-02-21T09:26:38Z</dcterms:modified>
</cp:coreProperties>
</file>